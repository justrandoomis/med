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Shock —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TEST FIXTURE — synthetic structural document for automated tests. Not a medical 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Types of shock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Hypovolaemic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Cardiogenic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Distributive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Obstructive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Initial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ABC assessment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IV access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2026-10-09T15:58:24Z</dcterms:created>
  <dcterms:modified xsi:type="dcterms:W3CDTF">2026-10-09T15:58:24Z</dcterms:modified>
</cp:coreProperties>
</file>